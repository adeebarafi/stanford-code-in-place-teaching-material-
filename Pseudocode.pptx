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ab83175c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ab83175c5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3046095" y="803786"/>
            <a:ext cx="30518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Move to the pile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046094" y="1215463"/>
            <a:ext cx="343207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While there are beepers:</a:t>
            </a:r>
            <a:endParaRPr sz="1100"/>
          </a:p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Pick one beeper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3046095" y="1834889"/>
            <a:ext cx="5130752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there are still beepers left:</a:t>
            </a:r>
            <a:endParaRPr sz="1100"/>
          </a:p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Walk forward over beepers until you find empty space</a:t>
            </a:r>
            <a:endParaRPr sz="1100"/>
          </a:p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Put the beeper there</a:t>
            </a:r>
            <a:endParaRPr sz="1100"/>
          </a:p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Go back to the pile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3046094" y="2869813"/>
            <a:ext cx="45737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Put the last beeper at the pile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3046094" y="3260588"/>
            <a:ext cx="45737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Step back one position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2476132" y="3904737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2311400" y="337880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1" y="1488300"/>
            <a:ext cx="3441110" cy="898882"/>
          </a:xfrm>
          <a:custGeom>
            <a:rect b="b" l="l" r="r" t="t"/>
            <a:pathLst>
              <a:path extrusionOk="0" h="2479675" w="10924159">
                <a:moveTo>
                  <a:pt x="0" y="0"/>
                </a:moveTo>
                <a:lnTo>
                  <a:pt x="10924159" y="0"/>
                </a:lnTo>
                <a:lnTo>
                  <a:pt x="10924159" y="2479675"/>
                </a:lnTo>
                <a:lnTo>
                  <a:pt x="0" y="2479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5"/>
          <p:cNvSpPr/>
          <p:nvPr/>
        </p:nvSpPr>
        <p:spPr>
          <a:xfrm>
            <a:off x="5259047" y="3651374"/>
            <a:ext cx="3617963" cy="646882"/>
          </a:xfrm>
          <a:custGeom>
            <a:rect b="b" l="l" r="r" t="t"/>
            <a:pathLst>
              <a:path extrusionOk="0" h="2230628" w="10337038">
                <a:moveTo>
                  <a:pt x="0" y="0"/>
                </a:moveTo>
                <a:lnTo>
                  <a:pt x="10337038" y="0"/>
                </a:lnTo>
                <a:lnTo>
                  <a:pt x="10337038" y="2230628"/>
                </a:lnTo>
                <a:lnTo>
                  <a:pt x="0" y="2230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